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00F9AF-12DC-48BB-B09C-8B385A4B88E3}" type="doc">
      <dgm:prSet loTypeId="urn:microsoft.com/office/officeart/2005/8/layout/cycle4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3B7A046A-378F-477D-B281-BB47CA9BA86B}">
      <dgm:prSet phldrT="[文字]" custT="1"/>
      <dgm:spPr/>
      <dgm:t>
        <a:bodyPr/>
        <a:lstStyle/>
        <a:p>
          <a:endParaRPr lang="zh-TW" altLang="en-US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7AA6A73-6D95-411B-B75E-F1A17EAA4762}" type="parTrans" cxnId="{2BFA2083-3F11-4CD2-A4A6-6D37FA86F97E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EF33EE5-DCD9-4815-9073-0027DB5E8044}" type="sibTrans" cxnId="{2BFA2083-3F11-4CD2-A4A6-6D37FA86F97E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6853B15-34F6-477D-B6BF-9C2947235FA1}">
      <dgm:prSet phldrT="[文字]" custT="1"/>
      <dgm:spPr/>
      <dgm:t>
        <a:bodyPr/>
        <a:lstStyle/>
        <a:p>
          <a:endParaRPr lang="zh-TW" altLang="en-US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AE70FAC-7C2E-458D-9999-A00D8A18B73A}" type="parTrans" cxnId="{5117D5C7-9B90-4BDC-8063-FE2D68D4CE3C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2CBAEFE-F9AA-4D8E-8505-04F611F892E8}" type="sibTrans" cxnId="{5117D5C7-9B90-4BDC-8063-FE2D68D4CE3C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55D0F3E-96BC-4FE1-B900-E11CAA60E5AE}">
      <dgm:prSet phldrT="[文字]"/>
      <dgm:spPr/>
      <dgm:t>
        <a:bodyPr/>
        <a:lstStyle/>
        <a:p>
          <a:endParaRPr lang="zh-TW" alt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8F3FE67-C74E-4CC8-8789-59FD075E4687}" type="parTrans" cxnId="{2B333B68-052C-4BE3-97E5-F8588ACD0554}">
      <dgm:prSet/>
      <dgm:spPr/>
      <dgm:t>
        <a:bodyPr/>
        <a:lstStyle/>
        <a:p>
          <a:endParaRPr lang="zh-TW" altLang="en-US"/>
        </a:p>
      </dgm:t>
    </dgm:pt>
    <dgm:pt modelId="{56229A55-79C9-4B31-AC9A-317638C2EE8B}" type="sibTrans" cxnId="{2B333B68-052C-4BE3-97E5-F8588ACD0554}">
      <dgm:prSet/>
      <dgm:spPr/>
      <dgm:t>
        <a:bodyPr/>
        <a:lstStyle/>
        <a:p>
          <a:endParaRPr lang="zh-TW" altLang="en-US"/>
        </a:p>
      </dgm:t>
    </dgm:pt>
    <dgm:pt modelId="{4002670E-489A-4342-89C4-0BEC5AEA6253}">
      <dgm:prSet phldrT="[文字]"/>
      <dgm:spPr/>
      <dgm:t>
        <a:bodyPr/>
        <a:lstStyle/>
        <a:p>
          <a:endParaRPr lang="zh-TW" alt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0419718-691F-4223-A728-F3ECC94E52A4}" type="sibTrans" cxnId="{F77C8726-631A-45F6-95BB-53D30B32E249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4C96B42-4244-4AE1-8F49-60C643C9DA31}" type="parTrans" cxnId="{F77C8726-631A-45F6-95BB-53D30B32E249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2310594-3CE7-4F5F-A081-AC286AC59C38}">
      <dgm:prSet phldrT="[文字]"/>
      <dgm:spPr/>
      <dgm:t>
        <a:bodyPr/>
        <a:lstStyle/>
        <a:p>
          <a:endParaRPr lang="zh-TW" alt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2D7C873-2405-4CC6-B13F-5A407BEC768F}" type="sibTrans" cxnId="{5CE836C7-0E46-494B-B0AC-D0F8AB170F66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8123DE7-498A-47CC-A11D-95BA85E42566}" type="parTrans" cxnId="{5CE836C7-0E46-494B-B0AC-D0F8AB170F66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FEFA4C7-791D-485D-A9D9-6EF516234745}">
      <dgm:prSet phldrT="[文字]"/>
      <dgm:spPr/>
      <dgm:t>
        <a:bodyPr/>
        <a:lstStyle/>
        <a:p>
          <a:endParaRPr lang="zh-TW" alt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B2AF5AD-0A0A-405C-80F4-5F47AD89B492}" type="sibTrans" cxnId="{853904C2-393F-4B5D-B876-13FDA233B43B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CEB4FC0-3818-4CA2-B621-E17897D75F24}" type="parTrans" cxnId="{853904C2-393F-4B5D-B876-13FDA233B43B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5E291A0-57A2-499D-9CA3-FF3DE020325E}">
      <dgm:prSet phldrT="[文字]"/>
      <dgm:spPr/>
      <dgm:t>
        <a:bodyPr/>
        <a:lstStyle/>
        <a:p>
          <a:endParaRPr lang="zh-TW" alt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86ADB4D-976E-4AEF-BF48-8104000A4DAB}" type="sibTrans" cxnId="{057402DF-3C8D-4A28-8853-626E35CA437A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41D38D3-13C6-42E8-88C3-7DE8A03E6186}" type="parTrans" cxnId="{057402DF-3C8D-4A28-8853-626E35CA437A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DDDB351-F90B-4A62-A763-B393972E74E2}">
      <dgm:prSet phldrT="[文字]"/>
      <dgm:spPr/>
      <dgm:t>
        <a:bodyPr/>
        <a:lstStyle/>
        <a:p>
          <a:endParaRPr lang="zh-TW" alt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6700EF6-39EB-4410-B970-F05392175E04}" type="sibTrans" cxnId="{D256EFEC-A984-45EB-ACBC-FFFF9B2A17BE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3FB110C-D84D-43E1-9992-C8451B6E9954}" type="parTrans" cxnId="{D256EFEC-A984-45EB-ACBC-FFFF9B2A17BE}">
      <dgm:prSet/>
      <dgm:spPr/>
      <dgm:t>
        <a:bodyPr/>
        <a:lstStyle/>
        <a:p>
          <a:endParaRPr lang="zh-TW" altLang="en-US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E41471F-6367-4DC4-8C6B-96742E740CA7}" type="pres">
      <dgm:prSet presAssocID="{D200F9AF-12DC-48BB-B09C-8B385A4B88E3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BF15690E-3338-455B-8AF2-015EDD162A69}" type="pres">
      <dgm:prSet presAssocID="{D200F9AF-12DC-48BB-B09C-8B385A4B88E3}" presName="children" presStyleCnt="0"/>
      <dgm:spPr/>
    </dgm:pt>
    <dgm:pt modelId="{649EE882-6E90-40E3-AF85-38DD57A9CECA}" type="pres">
      <dgm:prSet presAssocID="{D200F9AF-12DC-48BB-B09C-8B385A4B88E3}" presName="child1group" presStyleCnt="0"/>
      <dgm:spPr/>
    </dgm:pt>
    <dgm:pt modelId="{BCBD5859-F726-458A-820D-5238510EBBEE}" type="pres">
      <dgm:prSet presAssocID="{D200F9AF-12DC-48BB-B09C-8B385A4B88E3}" presName="child1" presStyleLbl="bgAcc1" presStyleIdx="0" presStyleCnt="4"/>
      <dgm:spPr/>
    </dgm:pt>
    <dgm:pt modelId="{8DFAAC35-6534-4EBA-A1F4-1AE87C27F5B6}" type="pres">
      <dgm:prSet presAssocID="{D200F9AF-12DC-48BB-B09C-8B385A4B88E3}" presName="child1Text" presStyleLbl="bgAcc1" presStyleIdx="0" presStyleCnt="4">
        <dgm:presLayoutVars>
          <dgm:bulletEnabled val="1"/>
        </dgm:presLayoutVars>
      </dgm:prSet>
      <dgm:spPr/>
    </dgm:pt>
    <dgm:pt modelId="{A6E5D23B-6F44-4666-9C93-8053331AA6DF}" type="pres">
      <dgm:prSet presAssocID="{D200F9AF-12DC-48BB-B09C-8B385A4B88E3}" presName="child2group" presStyleCnt="0"/>
      <dgm:spPr/>
    </dgm:pt>
    <dgm:pt modelId="{C1D1DA3B-9DC4-4414-B4B2-4C217C581D2A}" type="pres">
      <dgm:prSet presAssocID="{D200F9AF-12DC-48BB-B09C-8B385A4B88E3}" presName="child2" presStyleLbl="bgAcc1" presStyleIdx="1" presStyleCnt="4"/>
      <dgm:spPr/>
    </dgm:pt>
    <dgm:pt modelId="{E4D18D01-35A5-46D4-A224-2E34CB41EA3A}" type="pres">
      <dgm:prSet presAssocID="{D200F9AF-12DC-48BB-B09C-8B385A4B88E3}" presName="child2Text" presStyleLbl="bgAcc1" presStyleIdx="1" presStyleCnt="4">
        <dgm:presLayoutVars>
          <dgm:bulletEnabled val="1"/>
        </dgm:presLayoutVars>
      </dgm:prSet>
      <dgm:spPr/>
    </dgm:pt>
    <dgm:pt modelId="{982AD0B6-833B-4B4B-9882-8D0BCD2048C3}" type="pres">
      <dgm:prSet presAssocID="{D200F9AF-12DC-48BB-B09C-8B385A4B88E3}" presName="child3group" presStyleCnt="0"/>
      <dgm:spPr/>
    </dgm:pt>
    <dgm:pt modelId="{558BFD6D-04D1-4736-BCEE-4D2DFD34D18D}" type="pres">
      <dgm:prSet presAssocID="{D200F9AF-12DC-48BB-B09C-8B385A4B88E3}" presName="child3" presStyleLbl="bgAcc1" presStyleIdx="2" presStyleCnt="4"/>
      <dgm:spPr/>
    </dgm:pt>
    <dgm:pt modelId="{EAEB2957-F378-4628-90D5-208B2AB575F8}" type="pres">
      <dgm:prSet presAssocID="{D200F9AF-12DC-48BB-B09C-8B385A4B88E3}" presName="child3Text" presStyleLbl="bgAcc1" presStyleIdx="2" presStyleCnt="4">
        <dgm:presLayoutVars>
          <dgm:bulletEnabled val="1"/>
        </dgm:presLayoutVars>
      </dgm:prSet>
      <dgm:spPr/>
    </dgm:pt>
    <dgm:pt modelId="{DD88156C-44AA-49CB-A239-08CFD45A815C}" type="pres">
      <dgm:prSet presAssocID="{D200F9AF-12DC-48BB-B09C-8B385A4B88E3}" presName="child4group" presStyleCnt="0"/>
      <dgm:spPr/>
    </dgm:pt>
    <dgm:pt modelId="{FFCFA301-F467-4416-AA7F-FAD893BC2129}" type="pres">
      <dgm:prSet presAssocID="{D200F9AF-12DC-48BB-B09C-8B385A4B88E3}" presName="child4" presStyleLbl="bgAcc1" presStyleIdx="3" presStyleCnt="4"/>
      <dgm:spPr/>
    </dgm:pt>
    <dgm:pt modelId="{1CE6D317-535D-4946-B6C2-D8DF3EEE4E3D}" type="pres">
      <dgm:prSet presAssocID="{D200F9AF-12DC-48BB-B09C-8B385A4B88E3}" presName="child4Text" presStyleLbl="bgAcc1" presStyleIdx="3" presStyleCnt="4">
        <dgm:presLayoutVars>
          <dgm:bulletEnabled val="1"/>
        </dgm:presLayoutVars>
      </dgm:prSet>
      <dgm:spPr/>
    </dgm:pt>
    <dgm:pt modelId="{2C48B15F-FF55-4B81-8B72-A64452B98C6D}" type="pres">
      <dgm:prSet presAssocID="{D200F9AF-12DC-48BB-B09C-8B385A4B88E3}" presName="childPlaceholder" presStyleCnt="0"/>
      <dgm:spPr/>
    </dgm:pt>
    <dgm:pt modelId="{A3655CEF-8AD7-4EDD-B374-513F9EA1EEDB}" type="pres">
      <dgm:prSet presAssocID="{D200F9AF-12DC-48BB-B09C-8B385A4B88E3}" presName="circle" presStyleCnt="0"/>
      <dgm:spPr/>
    </dgm:pt>
    <dgm:pt modelId="{EA8F495E-D7BE-4611-BDAF-490C9C0A2E3B}" type="pres">
      <dgm:prSet presAssocID="{D200F9AF-12DC-48BB-B09C-8B385A4B88E3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7F031E98-5347-4EC3-BCED-285144B9A6E0}" type="pres">
      <dgm:prSet presAssocID="{D200F9AF-12DC-48BB-B09C-8B385A4B88E3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0FBE4CCC-E6D7-4A23-9390-C6D8CA6DAE9A}" type="pres">
      <dgm:prSet presAssocID="{D200F9AF-12DC-48BB-B09C-8B385A4B88E3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7A7C557E-5470-4007-9B5D-F2F3BD3153D9}" type="pres">
      <dgm:prSet presAssocID="{D200F9AF-12DC-48BB-B09C-8B385A4B88E3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347B7D78-2858-4F3D-A152-3CA966916EAB}" type="pres">
      <dgm:prSet presAssocID="{D200F9AF-12DC-48BB-B09C-8B385A4B88E3}" presName="quadrantPlaceholder" presStyleCnt="0"/>
      <dgm:spPr/>
    </dgm:pt>
    <dgm:pt modelId="{48A5C971-29C4-4FDB-9558-AB6E0BC1987B}" type="pres">
      <dgm:prSet presAssocID="{D200F9AF-12DC-48BB-B09C-8B385A4B88E3}" presName="center1" presStyleLbl="fgShp" presStyleIdx="0" presStyleCnt="2"/>
      <dgm:spPr/>
    </dgm:pt>
    <dgm:pt modelId="{423B6A38-05D1-4744-AA91-00CD6C7C4054}" type="pres">
      <dgm:prSet presAssocID="{D200F9AF-12DC-48BB-B09C-8B385A4B88E3}" presName="center2" presStyleLbl="fgShp" presStyleIdx="1" presStyleCnt="2"/>
      <dgm:spPr/>
    </dgm:pt>
  </dgm:ptLst>
  <dgm:cxnLst>
    <dgm:cxn modelId="{E1E9F004-0796-4A01-B188-B38049FD8B16}" type="presOf" srcId="{4002670E-489A-4342-89C4-0BEC5AEA6253}" destId="{E4D18D01-35A5-46D4-A224-2E34CB41EA3A}" srcOrd="1" destOrd="0" presId="urn:microsoft.com/office/officeart/2005/8/layout/cycle4"/>
    <dgm:cxn modelId="{0D746C1E-4777-4957-A0A8-08B5E0C4A231}" type="presOf" srcId="{A6853B15-34F6-477D-B6BF-9C2947235FA1}" destId="{7F031E98-5347-4EC3-BCED-285144B9A6E0}" srcOrd="0" destOrd="0" presId="urn:microsoft.com/office/officeart/2005/8/layout/cycle4"/>
    <dgm:cxn modelId="{F77C8726-631A-45F6-95BB-53D30B32E249}" srcId="{A6853B15-34F6-477D-B6BF-9C2947235FA1}" destId="{4002670E-489A-4342-89C4-0BEC5AEA6253}" srcOrd="0" destOrd="0" parTransId="{14C96B42-4244-4AE1-8F49-60C643C9DA31}" sibTransId="{50419718-691F-4223-A728-F3ECC94E52A4}"/>
    <dgm:cxn modelId="{E7A14B5E-0385-412E-921C-27518BE0BDC1}" type="presOf" srcId="{855D0F3E-96BC-4FE1-B900-E11CAA60E5AE}" destId="{BCBD5859-F726-458A-820D-5238510EBBEE}" srcOrd="0" destOrd="0" presId="urn:microsoft.com/office/officeart/2005/8/layout/cycle4"/>
    <dgm:cxn modelId="{2B333B68-052C-4BE3-97E5-F8588ACD0554}" srcId="{3B7A046A-378F-477D-B281-BB47CA9BA86B}" destId="{855D0F3E-96BC-4FE1-B900-E11CAA60E5AE}" srcOrd="0" destOrd="0" parTransId="{B8F3FE67-C74E-4CC8-8789-59FD075E4687}" sibTransId="{56229A55-79C9-4B31-AC9A-317638C2EE8B}"/>
    <dgm:cxn modelId="{7F66B74A-78C7-4069-A561-44F6188834BD}" type="presOf" srcId="{D200F9AF-12DC-48BB-B09C-8B385A4B88E3}" destId="{EE41471F-6367-4DC4-8C6B-96742E740CA7}" srcOrd="0" destOrd="0" presId="urn:microsoft.com/office/officeart/2005/8/layout/cycle4"/>
    <dgm:cxn modelId="{97B9B054-23BA-40BC-9D36-8F46CBCBCB39}" type="presOf" srcId="{0FEFA4C7-791D-485D-A9D9-6EF516234745}" destId="{FFCFA301-F467-4416-AA7F-FAD893BC2129}" srcOrd="0" destOrd="0" presId="urn:microsoft.com/office/officeart/2005/8/layout/cycle4"/>
    <dgm:cxn modelId="{2BFA2083-3F11-4CD2-A4A6-6D37FA86F97E}" srcId="{D200F9AF-12DC-48BB-B09C-8B385A4B88E3}" destId="{3B7A046A-378F-477D-B281-BB47CA9BA86B}" srcOrd="0" destOrd="0" parTransId="{C7AA6A73-6D95-411B-B75E-F1A17EAA4762}" sibTransId="{7EF33EE5-DCD9-4815-9073-0027DB5E8044}"/>
    <dgm:cxn modelId="{9BA28A84-6ED0-43AD-8E02-10CCF9FCF2A8}" type="presOf" srcId="{62310594-3CE7-4F5F-A081-AC286AC59C38}" destId="{7A7C557E-5470-4007-9B5D-F2F3BD3153D9}" srcOrd="0" destOrd="0" presId="urn:microsoft.com/office/officeart/2005/8/layout/cycle4"/>
    <dgm:cxn modelId="{2CBAB1A7-C7B4-4AC2-B0CC-BDD2B4F5621D}" type="presOf" srcId="{855D0F3E-96BC-4FE1-B900-E11CAA60E5AE}" destId="{8DFAAC35-6534-4EBA-A1F4-1AE87C27F5B6}" srcOrd="1" destOrd="0" presId="urn:microsoft.com/office/officeart/2005/8/layout/cycle4"/>
    <dgm:cxn modelId="{A9A16CC1-B825-45B2-9E27-000D50F1B0D5}" type="presOf" srcId="{3B7A046A-378F-477D-B281-BB47CA9BA86B}" destId="{EA8F495E-D7BE-4611-BDAF-490C9C0A2E3B}" srcOrd="0" destOrd="0" presId="urn:microsoft.com/office/officeart/2005/8/layout/cycle4"/>
    <dgm:cxn modelId="{853904C2-393F-4B5D-B876-13FDA233B43B}" srcId="{62310594-3CE7-4F5F-A081-AC286AC59C38}" destId="{0FEFA4C7-791D-485D-A9D9-6EF516234745}" srcOrd="0" destOrd="0" parTransId="{3CEB4FC0-3818-4CA2-B621-E17897D75F24}" sibTransId="{8B2AF5AD-0A0A-405C-80F4-5F47AD89B492}"/>
    <dgm:cxn modelId="{5CE836C7-0E46-494B-B0AC-D0F8AB170F66}" srcId="{D200F9AF-12DC-48BB-B09C-8B385A4B88E3}" destId="{62310594-3CE7-4F5F-A081-AC286AC59C38}" srcOrd="3" destOrd="0" parTransId="{B8123DE7-498A-47CC-A11D-95BA85E42566}" sibTransId="{A2D7C873-2405-4CC6-B13F-5A407BEC768F}"/>
    <dgm:cxn modelId="{DE35AEC7-937A-4102-823C-94B713792350}" type="presOf" srcId="{1DDDB351-F90B-4A62-A763-B393972E74E2}" destId="{EAEB2957-F378-4628-90D5-208B2AB575F8}" srcOrd="1" destOrd="0" presId="urn:microsoft.com/office/officeart/2005/8/layout/cycle4"/>
    <dgm:cxn modelId="{5117D5C7-9B90-4BDC-8063-FE2D68D4CE3C}" srcId="{D200F9AF-12DC-48BB-B09C-8B385A4B88E3}" destId="{A6853B15-34F6-477D-B6BF-9C2947235FA1}" srcOrd="1" destOrd="0" parTransId="{2AE70FAC-7C2E-458D-9999-A00D8A18B73A}" sibTransId="{82CBAEFE-F9AA-4D8E-8505-04F611F892E8}"/>
    <dgm:cxn modelId="{CE92B0D5-22A7-47AE-9706-EBD3EC87656C}" type="presOf" srcId="{1DDDB351-F90B-4A62-A763-B393972E74E2}" destId="{558BFD6D-04D1-4736-BCEE-4D2DFD34D18D}" srcOrd="0" destOrd="0" presId="urn:microsoft.com/office/officeart/2005/8/layout/cycle4"/>
    <dgm:cxn modelId="{DBB08BD6-9AB8-45A2-AB98-F6F4B6B47A25}" type="presOf" srcId="{55E291A0-57A2-499D-9CA3-FF3DE020325E}" destId="{0FBE4CCC-E6D7-4A23-9390-C6D8CA6DAE9A}" srcOrd="0" destOrd="0" presId="urn:microsoft.com/office/officeart/2005/8/layout/cycle4"/>
    <dgm:cxn modelId="{057402DF-3C8D-4A28-8853-626E35CA437A}" srcId="{D200F9AF-12DC-48BB-B09C-8B385A4B88E3}" destId="{55E291A0-57A2-499D-9CA3-FF3DE020325E}" srcOrd="2" destOrd="0" parTransId="{241D38D3-13C6-42E8-88C3-7DE8A03E6186}" sibTransId="{B86ADB4D-976E-4AEF-BF48-8104000A4DAB}"/>
    <dgm:cxn modelId="{7126CFE1-4289-4613-9DE4-082D951E45C6}" type="presOf" srcId="{0FEFA4C7-791D-485D-A9D9-6EF516234745}" destId="{1CE6D317-535D-4946-B6C2-D8DF3EEE4E3D}" srcOrd="1" destOrd="0" presId="urn:microsoft.com/office/officeart/2005/8/layout/cycle4"/>
    <dgm:cxn modelId="{D256EFEC-A984-45EB-ACBC-FFFF9B2A17BE}" srcId="{55E291A0-57A2-499D-9CA3-FF3DE020325E}" destId="{1DDDB351-F90B-4A62-A763-B393972E74E2}" srcOrd="0" destOrd="0" parTransId="{63FB110C-D84D-43E1-9992-C8451B6E9954}" sibTransId="{A6700EF6-39EB-4410-B970-F05392175E04}"/>
    <dgm:cxn modelId="{6F5CA5F9-E66A-41D7-9A8B-342E124EFCDC}" type="presOf" srcId="{4002670E-489A-4342-89C4-0BEC5AEA6253}" destId="{C1D1DA3B-9DC4-4414-B4B2-4C217C581D2A}" srcOrd="0" destOrd="0" presId="urn:microsoft.com/office/officeart/2005/8/layout/cycle4"/>
    <dgm:cxn modelId="{AF2FA956-6AB6-4C09-95BD-EE91C862E1C4}" type="presParOf" srcId="{EE41471F-6367-4DC4-8C6B-96742E740CA7}" destId="{BF15690E-3338-455B-8AF2-015EDD162A69}" srcOrd="0" destOrd="0" presId="urn:microsoft.com/office/officeart/2005/8/layout/cycle4"/>
    <dgm:cxn modelId="{39F9EFD1-9D41-47CF-AE6B-C1E893CF1CD5}" type="presParOf" srcId="{BF15690E-3338-455B-8AF2-015EDD162A69}" destId="{649EE882-6E90-40E3-AF85-38DD57A9CECA}" srcOrd="0" destOrd="0" presId="urn:microsoft.com/office/officeart/2005/8/layout/cycle4"/>
    <dgm:cxn modelId="{15B438FA-BC22-4C6C-9B65-CDA65906CA3C}" type="presParOf" srcId="{649EE882-6E90-40E3-AF85-38DD57A9CECA}" destId="{BCBD5859-F726-458A-820D-5238510EBBEE}" srcOrd="0" destOrd="0" presId="urn:microsoft.com/office/officeart/2005/8/layout/cycle4"/>
    <dgm:cxn modelId="{4B00D751-A18B-4964-B532-321A4ECE732E}" type="presParOf" srcId="{649EE882-6E90-40E3-AF85-38DD57A9CECA}" destId="{8DFAAC35-6534-4EBA-A1F4-1AE87C27F5B6}" srcOrd="1" destOrd="0" presId="urn:microsoft.com/office/officeart/2005/8/layout/cycle4"/>
    <dgm:cxn modelId="{0905329E-9B8D-4C21-BE40-CB717C4396AD}" type="presParOf" srcId="{BF15690E-3338-455B-8AF2-015EDD162A69}" destId="{A6E5D23B-6F44-4666-9C93-8053331AA6DF}" srcOrd="1" destOrd="0" presId="urn:microsoft.com/office/officeart/2005/8/layout/cycle4"/>
    <dgm:cxn modelId="{176A05ED-3A62-455B-8458-B9B3EFAD1799}" type="presParOf" srcId="{A6E5D23B-6F44-4666-9C93-8053331AA6DF}" destId="{C1D1DA3B-9DC4-4414-B4B2-4C217C581D2A}" srcOrd="0" destOrd="0" presId="urn:microsoft.com/office/officeart/2005/8/layout/cycle4"/>
    <dgm:cxn modelId="{8FEDA637-CA30-49E6-A102-0E73AD02D7C0}" type="presParOf" srcId="{A6E5D23B-6F44-4666-9C93-8053331AA6DF}" destId="{E4D18D01-35A5-46D4-A224-2E34CB41EA3A}" srcOrd="1" destOrd="0" presId="urn:microsoft.com/office/officeart/2005/8/layout/cycle4"/>
    <dgm:cxn modelId="{0030721A-6422-4074-AD17-DB9ACC106470}" type="presParOf" srcId="{BF15690E-3338-455B-8AF2-015EDD162A69}" destId="{982AD0B6-833B-4B4B-9882-8D0BCD2048C3}" srcOrd="2" destOrd="0" presId="urn:microsoft.com/office/officeart/2005/8/layout/cycle4"/>
    <dgm:cxn modelId="{E54243B2-B78F-464C-A0D4-A03DCED6B391}" type="presParOf" srcId="{982AD0B6-833B-4B4B-9882-8D0BCD2048C3}" destId="{558BFD6D-04D1-4736-BCEE-4D2DFD34D18D}" srcOrd="0" destOrd="0" presId="urn:microsoft.com/office/officeart/2005/8/layout/cycle4"/>
    <dgm:cxn modelId="{AD171F79-8BD1-4E78-B99E-C318C57B652D}" type="presParOf" srcId="{982AD0B6-833B-4B4B-9882-8D0BCD2048C3}" destId="{EAEB2957-F378-4628-90D5-208B2AB575F8}" srcOrd="1" destOrd="0" presId="urn:microsoft.com/office/officeart/2005/8/layout/cycle4"/>
    <dgm:cxn modelId="{8B83AB30-1F24-42EA-8485-A2A2E3E070FC}" type="presParOf" srcId="{BF15690E-3338-455B-8AF2-015EDD162A69}" destId="{DD88156C-44AA-49CB-A239-08CFD45A815C}" srcOrd="3" destOrd="0" presId="urn:microsoft.com/office/officeart/2005/8/layout/cycle4"/>
    <dgm:cxn modelId="{5F50EA3C-D08A-43E6-9975-2CD4CF16522E}" type="presParOf" srcId="{DD88156C-44AA-49CB-A239-08CFD45A815C}" destId="{FFCFA301-F467-4416-AA7F-FAD893BC2129}" srcOrd="0" destOrd="0" presId="urn:microsoft.com/office/officeart/2005/8/layout/cycle4"/>
    <dgm:cxn modelId="{D4B9A54B-4C3C-4D0F-BEE5-66DEAC7B5B60}" type="presParOf" srcId="{DD88156C-44AA-49CB-A239-08CFD45A815C}" destId="{1CE6D317-535D-4946-B6C2-D8DF3EEE4E3D}" srcOrd="1" destOrd="0" presId="urn:microsoft.com/office/officeart/2005/8/layout/cycle4"/>
    <dgm:cxn modelId="{0D54390C-8145-4B35-8278-44F62DEE7CFA}" type="presParOf" srcId="{BF15690E-3338-455B-8AF2-015EDD162A69}" destId="{2C48B15F-FF55-4B81-8B72-A64452B98C6D}" srcOrd="4" destOrd="0" presId="urn:microsoft.com/office/officeart/2005/8/layout/cycle4"/>
    <dgm:cxn modelId="{68F1BEE6-29CC-4111-A181-61404D53703E}" type="presParOf" srcId="{EE41471F-6367-4DC4-8C6B-96742E740CA7}" destId="{A3655CEF-8AD7-4EDD-B374-513F9EA1EEDB}" srcOrd="1" destOrd="0" presId="urn:microsoft.com/office/officeart/2005/8/layout/cycle4"/>
    <dgm:cxn modelId="{E49D9109-C53B-42D5-AF96-DE4883B99DE3}" type="presParOf" srcId="{A3655CEF-8AD7-4EDD-B374-513F9EA1EEDB}" destId="{EA8F495E-D7BE-4611-BDAF-490C9C0A2E3B}" srcOrd="0" destOrd="0" presId="urn:microsoft.com/office/officeart/2005/8/layout/cycle4"/>
    <dgm:cxn modelId="{C13D0A7C-B839-4BFB-AD43-BDA44F5FE1F2}" type="presParOf" srcId="{A3655CEF-8AD7-4EDD-B374-513F9EA1EEDB}" destId="{7F031E98-5347-4EC3-BCED-285144B9A6E0}" srcOrd="1" destOrd="0" presId="urn:microsoft.com/office/officeart/2005/8/layout/cycle4"/>
    <dgm:cxn modelId="{F2B2160E-388B-431D-BCA7-B1B0881575D8}" type="presParOf" srcId="{A3655CEF-8AD7-4EDD-B374-513F9EA1EEDB}" destId="{0FBE4CCC-E6D7-4A23-9390-C6D8CA6DAE9A}" srcOrd="2" destOrd="0" presId="urn:microsoft.com/office/officeart/2005/8/layout/cycle4"/>
    <dgm:cxn modelId="{20EBCD4B-6250-47FD-A762-5AC6DB880B33}" type="presParOf" srcId="{A3655CEF-8AD7-4EDD-B374-513F9EA1EEDB}" destId="{7A7C557E-5470-4007-9B5D-F2F3BD3153D9}" srcOrd="3" destOrd="0" presId="urn:microsoft.com/office/officeart/2005/8/layout/cycle4"/>
    <dgm:cxn modelId="{8A84B31D-00F1-4FBC-BCCF-16573BF4902A}" type="presParOf" srcId="{A3655CEF-8AD7-4EDD-B374-513F9EA1EEDB}" destId="{347B7D78-2858-4F3D-A152-3CA966916EAB}" srcOrd="4" destOrd="0" presId="urn:microsoft.com/office/officeart/2005/8/layout/cycle4"/>
    <dgm:cxn modelId="{3620FFCF-2CDD-4388-A6E4-2FAD9C51BFD9}" type="presParOf" srcId="{EE41471F-6367-4DC4-8C6B-96742E740CA7}" destId="{48A5C971-29C4-4FDB-9558-AB6E0BC1987B}" srcOrd="2" destOrd="0" presId="urn:microsoft.com/office/officeart/2005/8/layout/cycle4"/>
    <dgm:cxn modelId="{AA8E2279-3567-42A6-82BE-977BDE49C024}" type="presParOf" srcId="{EE41471F-6367-4DC4-8C6B-96742E740CA7}" destId="{423B6A38-05D1-4744-AA91-00CD6C7C4054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BFD6D-04D1-4736-BCEE-4D2DFD34D18D}">
      <dsp:nvSpPr>
        <dsp:cNvPr id="0" name=""/>
        <dsp:cNvSpPr/>
      </dsp:nvSpPr>
      <dsp:spPr>
        <a:xfrm>
          <a:off x="4909312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TW" altLang="en-US" sz="4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750448" y="4156276"/>
        <a:ext cx="1797595" cy="1224300"/>
      </dsp:txXfrm>
    </dsp:sp>
    <dsp:sp modelId="{FFCFA301-F467-4416-AA7F-FAD893BC2129}">
      <dsp:nvSpPr>
        <dsp:cNvPr id="0" name=""/>
        <dsp:cNvSpPr/>
      </dsp:nvSpPr>
      <dsp:spPr>
        <a:xfrm>
          <a:off x="541866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TW" altLang="en-US" sz="4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79956" y="4156276"/>
        <a:ext cx="1797595" cy="1224300"/>
      </dsp:txXfrm>
    </dsp:sp>
    <dsp:sp modelId="{C1D1DA3B-9DC4-4414-B4B2-4C217C581D2A}">
      <dsp:nvSpPr>
        <dsp:cNvPr id="0" name=""/>
        <dsp:cNvSpPr/>
      </dsp:nvSpPr>
      <dsp:spPr>
        <a:xfrm>
          <a:off x="4909312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TW" altLang="en-US" sz="4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750448" y="38090"/>
        <a:ext cx="1797595" cy="1224300"/>
      </dsp:txXfrm>
    </dsp:sp>
    <dsp:sp modelId="{BCBD5859-F726-458A-820D-5238510EBBEE}">
      <dsp:nvSpPr>
        <dsp:cNvPr id="0" name=""/>
        <dsp:cNvSpPr/>
      </dsp:nvSpPr>
      <dsp:spPr>
        <a:xfrm>
          <a:off x="541866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TW" altLang="en-US" sz="4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79956" y="38090"/>
        <a:ext cx="1797595" cy="1224300"/>
      </dsp:txXfrm>
    </dsp:sp>
    <dsp:sp modelId="{EA8F495E-D7BE-4611-BDAF-490C9C0A2E3B}">
      <dsp:nvSpPr>
        <dsp:cNvPr id="0" name=""/>
        <dsp:cNvSpPr/>
      </dsp:nvSpPr>
      <dsp:spPr>
        <a:xfrm>
          <a:off x="1663530" y="308864"/>
          <a:ext cx="2346282" cy="234628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350740" y="996074"/>
        <a:ext cx="1659072" cy="1659072"/>
      </dsp:txXfrm>
    </dsp:sp>
    <dsp:sp modelId="{7F031E98-5347-4EC3-BCED-285144B9A6E0}">
      <dsp:nvSpPr>
        <dsp:cNvPr id="0" name=""/>
        <dsp:cNvSpPr/>
      </dsp:nvSpPr>
      <dsp:spPr>
        <a:xfrm rot="5400000">
          <a:off x="4118186" y="308864"/>
          <a:ext cx="2346282" cy="234628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4118186" y="996074"/>
        <a:ext cx="1659072" cy="1659072"/>
      </dsp:txXfrm>
    </dsp:sp>
    <dsp:sp modelId="{0FBE4CCC-E6D7-4A23-9390-C6D8CA6DAE9A}">
      <dsp:nvSpPr>
        <dsp:cNvPr id="0" name=""/>
        <dsp:cNvSpPr/>
      </dsp:nvSpPr>
      <dsp:spPr>
        <a:xfrm rot="10800000">
          <a:off x="4118186" y="2763520"/>
          <a:ext cx="2346282" cy="234628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76" tIns="341376" rIns="341376" bIns="341376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4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10800000">
        <a:off x="4118186" y="2763520"/>
        <a:ext cx="1659072" cy="1659072"/>
      </dsp:txXfrm>
    </dsp:sp>
    <dsp:sp modelId="{7A7C557E-5470-4007-9B5D-F2F3BD3153D9}">
      <dsp:nvSpPr>
        <dsp:cNvPr id="0" name=""/>
        <dsp:cNvSpPr/>
      </dsp:nvSpPr>
      <dsp:spPr>
        <a:xfrm rot="16200000">
          <a:off x="1663530" y="2763520"/>
          <a:ext cx="2346282" cy="234628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76" tIns="341376" rIns="341376" bIns="341376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4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5400000">
        <a:off x="2350740" y="2763520"/>
        <a:ext cx="1659072" cy="1659072"/>
      </dsp:txXfrm>
    </dsp:sp>
    <dsp:sp modelId="{48A5C971-29C4-4FDB-9558-AB6E0BC1987B}">
      <dsp:nvSpPr>
        <dsp:cNvPr id="0" name=""/>
        <dsp:cNvSpPr/>
      </dsp:nvSpPr>
      <dsp:spPr>
        <a:xfrm>
          <a:off x="3658954" y="2221653"/>
          <a:ext cx="810090" cy="704426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3B6A38-05D1-4744-AA91-00CD6C7C4054}">
      <dsp:nvSpPr>
        <dsp:cNvPr id="0" name=""/>
        <dsp:cNvSpPr/>
      </dsp:nvSpPr>
      <dsp:spPr>
        <a:xfrm rot="10800000">
          <a:off x="3658954" y="2492586"/>
          <a:ext cx="810090" cy="704426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57461F-FE2F-1DE2-71A0-BB9B755F6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3A8790-BB8A-65A2-3634-0CA052A96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58FC1D-F829-BFE2-A601-9226D113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C95-5958-4EF9-81C5-759089DAF4E1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43BEC5-53FB-E03E-439B-E82F3D6F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6FE100-2D8C-F461-8D2F-E3951AE8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DF5F-D56B-4BA5-A710-5EE2F2E34E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275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0E69A-E95F-2169-F1B4-7CC9AD42F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D94EEB-D541-58DF-C859-72AD7FB8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CB6136-96D4-B1E6-1739-FD966F5F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C95-5958-4EF9-81C5-759089DAF4E1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2CE64D-6E3D-4092-8DFD-9AB40CE2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93D7E7-8226-A23E-E71A-27E5473E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DF5F-D56B-4BA5-A710-5EE2F2E34E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7155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1760A8-26CC-A929-7B2F-CE5805040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8C6EF1-C3B5-087E-CE37-268CA733F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CE18EC-068D-9EDC-4826-8743A2F37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C95-5958-4EF9-81C5-759089DAF4E1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81A7C9-8FF0-E025-4A18-5A98C2526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423637-30C6-7FD7-3BF9-BD373328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DF5F-D56B-4BA5-A710-5EE2F2E34E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6999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DAB75-171E-D01F-6C59-D9073D76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050F33-9B18-B1A3-42C9-B83FD76D1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4037262-1FCE-9009-09A1-C3072999A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8190E8-2EBF-8E60-2976-2161B30EC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C95-5958-4EF9-81C5-759089DAF4E1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98585A2-C1AD-7703-2B52-B11C4EA9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050754-5E11-8CF5-9903-C2DAF33A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DF5F-D56B-4BA5-A710-5EE2F2E34E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92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DE55A4-61E1-ABF6-B88B-DE18233CE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15A737-E5CE-CB23-CB22-C6C9AC651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79ADFFD-11D2-551E-2417-D54A3DE9B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DD9B4E5-CE3A-6875-542D-AAAF854D8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98E2E36-4B6E-A848-45EF-9683E5E92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E33727A-610C-4BF5-E55A-E225B54A2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C95-5958-4EF9-81C5-759089DAF4E1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A6FFAE0-B505-9BE0-9C3E-6D230BAB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9CC3527-2E55-2789-1F71-0E12C738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DF5F-D56B-4BA5-A710-5EE2F2E34E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6637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04D9E0-754E-553E-2241-752445ED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056C1CF-6D4D-AACB-A497-585C5E8C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C95-5958-4EF9-81C5-759089DAF4E1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531E541-0951-25A7-6858-8D17E40D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25DCAB2-0C46-19B5-2F09-FF49928E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DF5F-D56B-4BA5-A710-5EE2F2E34E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72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61AF4EA-D157-033B-F32B-6C714869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C95-5958-4EF9-81C5-759089DAF4E1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A90B931-4DBB-BCF3-7D2C-D9AE232E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1266FA-2038-B39F-7C13-9FEC8BCF0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DF5F-D56B-4BA5-A710-5EE2F2E34E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9616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E515D1-3BA0-589E-B117-3C61363BB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411461-FFC1-BFF9-049B-6A8606C7E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9FF40BF-F328-EA97-0812-B0F54EF1E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B58C4A-7A49-04F1-8808-3EB844B3D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C95-5958-4EF9-81C5-759089DAF4E1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7283672-A6B3-029B-E5A5-B29D0A4DD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DAC77A1-ACD1-39D6-9066-25394CDC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DF5F-D56B-4BA5-A710-5EE2F2E34E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392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ADDEB9-A68E-C5F7-4144-DA4E52C0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C4DBA0F-81C4-6D88-522C-14F21D371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7576DEE-C632-AE92-94C8-87E581DFE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38DE80-A312-ABED-86AA-7BE575925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C95-5958-4EF9-81C5-759089DAF4E1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75748B-B733-6726-C2D1-3000D7B86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BA3E9B2-84D7-1D98-B5D3-B7B126494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DF5F-D56B-4BA5-A710-5EE2F2E34E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002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8B4931-2BD6-B8B3-DCCB-A5E85E1AA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8B9D07-80D5-74B9-3A33-64C4AA7CC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D1BACE-E296-8D4E-60BD-03B48817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C95-5958-4EF9-81C5-759089DAF4E1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DBA3A1-ED0C-F2FE-398D-69E8BAD6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E74142-E3B3-5FDD-520D-DEA3B7FC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DF5F-D56B-4BA5-A710-5EE2F2E34E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0811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3DFC3DE-7870-81E1-EA7A-EBF2B68724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756C85-4B85-536E-548A-BA4F1F987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127A4B-EE9B-053E-B8DA-2A7F2FFC1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C95-5958-4EF9-81C5-759089DAF4E1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639B01-CA7C-A909-6886-2AF42FEF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98DE36-27DC-EBA4-B973-45E31D30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DF5F-D56B-4BA5-A710-5EE2F2E34E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401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D6EECBA-44DD-C125-762B-095C49AE6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06E5FE-0383-BA41-DF2B-45E29D6C4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19E13C-F702-A349-F096-1A81031AB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57C95-5958-4EF9-81C5-759089DAF4E1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7DFC5F-5545-D7D5-D7E2-668D7E2F9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1AAC26-0515-D009-D361-5596B0BE6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2DF5F-D56B-4BA5-A710-5EE2F2E34E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981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47CA13A6-C375-3224-228A-8EF9B0A09E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549845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BC82C3AB-B8C1-1E93-1AFE-0D1C85D232C4}"/>
              </a:ext>
            </a:extLst>
          </p:cNvPr>
          <p:cNvSpPr txBox="1"/>
          <p:nvPr/>
        </p:nvSpPr>
        <p:spPr>
          <a:xfrm>
            <a:off x="2813726" y="914219"/>
            <a:ext cx="21473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推廣與導入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PEP8</a:t>
            </a:r>
          </a:p>
          <a:p>
            <a:pPr lvl="0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Black</a:t>
            </a:r>
          </a:p>
          <a:p>
            <a:pPr lvl="0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Ruff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76A347-6D63-C50A-9994-1D97C3A98F97}"/>
              </a:ext>
            </a:extLst>
          </p:cNvPr>
          <p:cNvSpPr txBox="1"/>
          <p:nvPr/>
        </p:nvSpPr>
        <p:spPr>
          <a:xfrm>
            <a:off x="3866104" y="1893602"/>
            <a:ext cx="23299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zh-TW" sz="3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Coding Guideline</a:t>
            </a:r>
            <a:endParaRPr lang="zh-TW" altLang="en-US" sz="3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18CBEFA-5F4D-84B3-E1B2-2AC933A5AD88}"/>
              </a:ext>
            </a:extLst>
          </p:cNvPr>
          <p:cNvSpPr txBox="1"/>
          <p:nvPr/>
        </p:nvSpPr>
        <p:spPr>
          <a:xfrm>
            <a:off x="5975082" y="1907213"/>
            <a:ext cx="2329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</a:t>
            </a:r>
            <a:endParaRPr lang="en-US" altLang="zh-TW" sz="3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/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分享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16CC60A-AE44-B700-CB6B-208A18184B4A}"/>
              </a:ext>
            </a:extLst>
          </p:cNvPr>
          <p:cNvSpPr txBox="1"/>
          <p:nvPr/>
        </p:nvSpPr>
        <p:spPr>
          <a:xfrm>
            <a:off x="8064838" y="914219"/>
            <a:ext cx="19552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lvl="0">
              <a:defRPr sz="2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just" hangingPunct="0"/>
            <a:r>
              <a:rPr lang="zh-TW" altLang="en-US" sz="1800" dirty="0"/>
              <a:t>技術交流</a:t>
            </a:r>
            <a:endParaRPr lang="en-US" altLang="zh-TW" sz="1800" dirty="0"/>
          </a:p>
          <a:p>
            <a:pPr algn="just" hangingPunct="0"/>
            <a:r>
              <a:rPr lang="zh-TW" altLang="en-US" sz="1800" dirty="0"/>
              <a:t>成果分享</a:t>
            </a:r>
            <a:endParaRPr lang="en-US" altLang="zh-TW" sz="1800" dirty="0"/>
          </a:p>
          <a:p>
            <a:pPr algn="just" hangingPunct="0"/>
            <a:r>
              <a:rPr lang="en-US" altLang="zh-TW" sz="1800" dirty="0"/>
              <a:t>AI</a:t>
            </a:r>
            <a:r>
              <a:rPr lang="zh-TW" altLang="en-US" sz="1800" dirty="0"/>
              <a:t>模型、工具</a:t>
            </a:r>
            <a:endParaRPr lang="en-US" altLang="zh-TW" sz="1800" dirty="0"/>
          </a:p>
          <a:p>
            <a:pPr algn="just" hangingPunct="0"/>
            <a:r>
              <a:rPr lang="zh-TW" altLang="en-US" sz="1800" dirty="0"/>
              <a:t>電信資料</a:t>
            </a:r>
            <a:endParaRPr lang="en-US" altLang="zh-TW" sz="18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1D538CA-1CD5-6054-B970-8F27D438813C}"/>
              </a:ext>
            </a:extLst>
          </p:cNvPr>
          <p:cNvSpPr txBox="1"/>
          <p:nvPr/>
        </p:nvSpPr>
        <p:spPr>
          <a:xfrm>
            <a:off x="5975082" y="3750459"/>
            <a:ext cx="2329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持續</a:t>
            </a:r>
            <a:endParaRPr lang="en-US" altLang="zh-TW" sz="3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/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維護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B1D5BA2-0C4E-9BE6-C7A3-2EB9C85EF309}"/>
              </a:ext>
            </a:extLst>
          </p:cNvPr>
          <p:cNvSpPr txBox="1"/>
          <p:nvPr/>
        </p:nvSpPr>
        <p:spPr>
          <a:xfrm>
            <a:off x="7673571" y="5132557"/>
            <a:ext cx="2329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lvl="0">
              <a:defRPr sz="2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just" hangingPunct="0"/>
            <a:r>
              <a:rPr lang="zh-TW" altLang="en-US" sz="1800" dirty="0"/>
              <a:t>教育訓練自學手冊</a:t>
            </a:r>
            <a:endParaRPr lang="en-US" altLang="zh-TW" sz="1800" dirty="0"/>
          </a:p>
          <a:p>
            <a:pPr algn="just" hangingPunct="0"/>
            <a:r>
              <a:rPr lang="zh-TW" altLang="en-US" sz="1800" dirty="0"/>
              <a:t>技術考試題庫</a:t>
            </a:r>
            <a:endParaRPr lang="en-US" altLang="zh-TW" sz="1800" dirty="0"/>
          </a:p>
          <a:p>
            <a:pPr algn="just" hangingPunct="0"/>
            <a:r>
              <a:rPr lang="zh-TW" altLang="en-US" sz="1800" dirty="0"/>
              <a:t>培訓面試官</a:t>
            </a:r>
            <a:endParaRPr lang="en-US" altLang="zh-TW" sz="18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B563031-8AF9-209A-AEF7-462A391FE505}"/>
              </a:ext>
            </a:extLst>
          </p:cNvPr>
          <p:cNvSpPr txBox="1"/>
          <p:nvPr/>
        </p:nvSpPr>
        <p:spPr>
          <a:xfrm>
            <a:off x="3944432" y="3750459"/>
            <a:ext cx="2329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zh-TW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FA</a:t>
            </a:r>
          </a:p>
          <a:p>
            <a:pPr lvl="0" algn="ctr"/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配合事項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C88DD31-EBE8-18F6-318A-3A42D6348BA0}"/>
              </a:ext>
            </a:extLst>
          </p:cNvPr>
          <p:cNvSpPr txBox="1"/>
          <p:nvPr/>
        </p:nvSpPr>
        <p:spPr>
          <a:xfrm>
            <a:off x="2705404" y="5029380"/>
            <a:ext cx="214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技能徽章</a:t>
            </a:r>
          </a:p>
          <a:p>
            <a:pPr lvl="0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Docker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技術窗口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9462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40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佈景主題</vt:lpstr>
      <vt:lpstr>PowerPoint Presentation</vt:lpstr>
    </vt:vector>
  </TitlesOfParts>
  <Company>Taiwan Mobile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Edison Wu ( 吳長融 )</dc:creator>
  <cp:lastModifiedBy>Edison Wu ( 吳長融 )</cp:lastModifiedBy>
  <cp:revision>3</cp:revision>
  <dcterms:created xsi:type="dcterms:W3CDTF">2025-02-12T08:03:42Z</dcterms:created>
  <dcterms:modified xsi:type="dcterms:W3CDTF">2026-06-15T03:13:44Z</dcterms:modified>
</cp:coreProperties>
</file>